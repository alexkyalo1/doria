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22960"/>
            <a:ext cx="10332720" cy="4754880"/>
          </a:xfrm>
          <a:prstGeom prst="roundRect">
            <a:avLst>
              <a:gd name="adj" fmla="val 1538"/>
            </a:avLst>
          </a:prstGeom>
          <a:solidFill>
            <a:srgbClr val="166534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868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F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 Stage 3 Pitch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F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incident intelligence for coordinated, data-driven response across institutions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 to Doria_Stage3_Pitch_Timed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37947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4532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3904488"/>
            <a:ext cx="7808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promise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76272" y="4160520"/>
            <a:ext cx="7808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fragmented incident reporting into coordinated operational intelligence.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589788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Alex Kyalo | Founder | Pilot-ready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0:00-1:00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+ National 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an AI-powered incident intelligence platform for coordinated, data-driven response.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helps government institutions move from fragmented incident reporting to coordinated, data-driven response.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vision is a Kenya where institutions can detect, understand, and respond in real time through one unified operational intelligence layer.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not just digitizing reports; it is building intelligent incident coordination infrastructure for the nation.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afternoon distinguished judges. I am Alex Kyalo, founder of Doria. Today I present an AI-powered incident intelligence platform that helps institutions move from fragmented reporting to coordinated response.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helps government institutions move from fragmented incident reporting to coordinated, data-driven response.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1:00-3:00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Security Context / Strategic Gap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information is still fragmented across institutions, facilities, and teams.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fragmentation creates slow response, limited cross-agency visibility, and weak awareness of hotspots and repeat threats.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are often logged in isolated systems and followed up manually, so decision-makers see only fragments of the operational picture.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national security environment, fragmented incident response becomes a resilience gap.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facility may detect a threat, a field team may log an update, and another institution may also be affected. Without shared intelligence, response becomes delayed and reactive.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fragmentation creates slow response, limited cross-agency visibility, and weak awareness of hotspots and repeat threats.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3:00-4:30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Cross-Sectoral Resilience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strengthens multiple sectors at the same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safety, it improves incident capture and follow-up.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energy, utilities, transport, logistics, and administration, it improves visibility around threats, disruptions, and accountable workflows.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isolated operations, Doria creates a shared intelligence workflow built around facilities, incidents, and actionable AI insights.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cross-sector resilience by design, because one operational intelligence layer can support multiple institutional contexts.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safety, it improves incident capture and follow-up.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4:30-6:00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Sovereignty &amp;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built with sovereignty and institutional control in mind.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 can remain under government-controlled infrastructure.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supports controlled deployment for sensitive environments.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architecture is modular, maintainable, and designed for local ownership of data, workflows, and long-term evolution.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allows institutions to retain control over their data, workflows, and long-term operational evolution.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 can remain under government-controlled infrastructure.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6:00-9:00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operational scenario from incident capture to intelligence.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incident is reported with incident type, geolocation, institution context, and follow-up ownership.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applies AI to the operational dataset and returns a summary, risk level, top patterns, facility hotspots, follow-up gaps, and priority actions.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decision-maker can also select a geographic area and instantly analyze facilities and incidents inside that corridor.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update is tied to ownership. Every follow-up is traceable. Every insight is structured for review.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incident is reported with incident type, geolocation, institution context, and follow-up ownership.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9:00-11:00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 &amp; Speed to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built to scale in stages and integrate into existing workflows.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is pilot deployment with incident capture, follow-up workflows, and AI summaries in selected institutions or counties.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expands facility coverage and cross-agency visibility.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enables broader national coordination, stronger geospatial intelligence, and predictive operational alerts.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scale, Doria integrates into existing workflows rather than forcing institutions to replace everything at once.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is pilot deployment with incident capture, follow-up workflows, and AI summaries in selected institutions or counties.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5440680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5550408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Minutes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0528" y="591616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report to insight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28816" y="6172200"/>
            <a:ext cx="1298448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turn raw incident data into structured intelligence fast.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5440680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5550408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layers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93608" y="591616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11896" y="6172200"/>
            <a:ext cx="1298448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Incident, facility, and institution context are combined in one workflow.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966960" y="544068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76688" y="5550408"/>
            <a:ext cx="1152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outputs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76688" y="5916168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response 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94976" y="6172200"/>
            <a:ext cx="1115568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Summary, risk, patterns, hotspots, and recommended actions.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11:00-12:30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Trust, Ethics &amp; Governance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Trust, accountability, and governance are built into the platform.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includes role-based access control, scoped visibility, audit trails, and structured operational ownership.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AI outputs are designed to be understandable and reviewable, not black-box decisions.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privacy-aware and built for institutional accountability.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operations, intelligence must be fast, secure, auditable, and governable.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includes role-based access control, scoped visibility, audit trails, and structured operational ownership.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12:30-13:30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 &amp; Operational ROI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Operationally, Doria reduces the cost of fragmented response.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shortens the time spent reconciling scattered reports.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allocation of attention and resources and helps institutions identify hotspots earlier.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increases accountability through visible follow-up ownership and traceable action history.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 of inaction is delay, duplication, and weak coordination. The benefit of Doria is faster triage, stronger visibility, and better institutional response.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shortens the time spent reconciling scattered reports.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5440680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5550408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phases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0528" y="5916168"/>
            <a:ext cx="1335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pathway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28816" y="6172200"/>
            <a:ext cx="1298448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Pilot, expand, then coordinate nationally.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5440680"/>
            <a:ext cx="178308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5550408"/>
            <a:ext cx="1563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 disruption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93608" y="5916168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11896" y="6172200"/>
            <a:ext cx="1527048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Integrates into existing workflows rather than replacing everything.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95560" y="5440680"/>
            <a:ext cx="1143000" cy="749808"/>
          </a:xfrm>
          <a:prstGeom prst="roundRect">
            <a:avLst>
              <a:gd name="adj" fmla="val 7317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05288" y="5550408"/>
            <a:ext cx="923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 impact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305288" y="5916168"/>
            <a:ext cx="923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goal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23576" y="6172200"/>
            <a:ext cx="886968" cy="-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rollout with visible operational value early.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13:30-14:30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X-Factor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combines operations, governance, and AI in one workflow.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just a reporting tool; it combines operations, governance, and AI in one workflow.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has been taken from concept to a working, pilot-ready platform by a solo founder.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country does not only need more digital records. It needs actionable operational intelligence.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Doria different is the way it ties operational workflows to explainable intelligence and institutional accountability.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just a reporting tool; it combines operations, governance, and AI in one workflow.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14:30-15:00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Closing / Call to 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transforms fragmented incident reporting into coordinated incident intelligence.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visibility, strengthens accountability, and supports faster and smarter response across institutions.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pilot-ready, the AI layer is real, and the national need is urgent.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the opportunity to pilot Doria with public institutions and validate it in live operational environments.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92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608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4069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4178808"/>
            <a:ext cx="4608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4434840"/>
            <a:ext cx="4608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visibility, strengthens accountability, and supports faster and smarter response across institutions.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metrics that matter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performance and rollout metrics for presenting Doria's value.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892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2585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operating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2514600"/>
            <a:ext cx="1755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workspace for incidents, facilities, AI insights, and response coordination.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178308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892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sectors+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72968" y="22585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Cross-sector relevance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91256" y="2514600"/>
            <a:ext cx="1755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safety, administration, transport, utilities, and other resilience-focused environments.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178308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1892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core outputs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67528" y="22585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insight pack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85816" y="2514600"/>
            <a:ext cx="1755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Summary, risk level, top patterns, facility hotspots, and priority actions.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52360" y="178308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1892808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62088" y="22585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0376" y="2514600"/>
            <a:ext cx="1755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visibility, ownership, and reviewable operational actions.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46920" y="1783080"/>
            <a:ext cx="1645920" cy="1143000"/>
          </a:xfrm>
          <a:prstGeom prst="roundRect">
            <a:avLst>
              <a:gd name="adj" fmla="val 48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6648" y="189280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Pilot-ready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56648" y="2258568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status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74936" y="2514600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platform ready for live institutional validation.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329184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3401568"/>
            <a:ext cx="10094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speaking 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" y="3657600"/>
            <a:ext cx="10094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metrics for Doria are operational rather than vanity metrics: how fast a team can move from report to insight, how clearly ownership is assigned, and how quickly institutions can coordinate response.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97280" y="45262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4636008"/>
            <a:ext cx="1929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1 workflow gap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07008" y="5001768"/>
            <a:ext cx="19293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Fragmentation reduced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25296" y="5257800"/>
            <a:ext cx="189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is designed to collapse multiple disconnected steps into one operational path.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20440" y="452628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4636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1 -&gt; many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630168" y="5001768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scaling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48456" y="5257800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institution can manage multiple facilities, incidents, and response threads in one place.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0" y="452628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0448" y="4636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870448" y="5001768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88736" y="5257800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update, follow-up, comment, and action is tied back to the operational record.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01000" y="452628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0728" y="4636008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3-phase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110728" y="5001768"/>
            <a:ext cx="17465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roadmap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29016" y="5257800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deployment, expanded coverage, then broader coordination and predictive intelligence.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241280" y="4526280"/>
            <a:ext cx="1051560" cy="1097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51008" y="4636008"/>
            <a:ext cx="832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-&gt; admin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0351008" y="5001768"/>
            <a:ext cx="832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continuity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369296" y="5257800"/>
            <a:ext cx="795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the path from public report or field report to governed administrative action.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 | Metrics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 core data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simplified entity relationship view of the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47672"/>
            <a:ext cx="10881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87452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947672"/>
            <a:ext cx="13624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947672"/>
            <a:ext cx="1179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947672"/>
            <a:ext cx="1179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11430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1216152"/>
            <a:ext cx="1088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18745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1947672"/>
            <a:ext cx="1088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26060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2679192"/>
            <a:ext cx="1088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84080" y="187452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1947672"/>
            <a:ext cx="1271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2011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69080" y="2011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2011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5240" y="129844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5240" y="201168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27432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00032" y="201168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25880" y="393192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99032" y="4005072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Chat Workspace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393192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4005072"/>
            <a:ext cx="149961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5000" y="393192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88152" y="4005072"/>
            <a:ext cx="1636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Alerts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09560" y="39319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4005072"/>
            <a:ext cx="16824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Subscription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149840" y="39319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22992" y="4005072"/>
            <a:ext cx="1179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Usage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73552" y="4087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30952" y="4087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71232" y="4087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811512" y="4087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14400" y="507492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8992" y="5184648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this slide as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78992" y="5440680"/>
            <a:ext cx="9912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is the governance anchor. Facilities and incidents drive operations. Updates, comments, activity, chat, alerts, and billing extend the operational core.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architecture | ERD view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Doria operational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information moves from reporting to coordinated 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84832"/>
            <a:ext cx="149961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Report arrives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084832"/>
            <a:ext cx="159105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Incident captured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location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20116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2084832"/>
            <a:ext cx="16824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Facility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context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2084832"/>
            <a:ext cx="16367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AI insights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20116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2084832"/>
            <a:ext cx="16367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Incident manager,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chat, follow-up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15184" y="233172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91456" y="233172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04304" y="233172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233172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37490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858768"/>
            <a:ext cx="1819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411480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or internal incident reporting enters the platform.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37490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858768"/>
            <a:ext cx="2185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10712" y="41148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incident is tied to facilities, institutions, ownership, and geolocation.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37490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3858768"/>
            <a:ext cx="2185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08192" y="41148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summarizes risk, patterns, hotspots, and recommended actions.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41080" y="37490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05672" y="385876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05672" y="411480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coordinate, assign, follow up, and review accountable response.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516636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51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 -&gt; contextualize -&gt; analyze -&gt; coordinate -&gt; act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5577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Doria operating loop: faster visibility, better ownership, and more coordinated institutional response.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architecture | Flow view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Pilot-ready and built for live institutional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layer is real. The platform is working. The next step is deployment.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improves visibility, accountability, and speed of response across institutions.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ready for pilot deployment with public institutions and operational environments.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now is to validate Doria in live workflows and scale the impact.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938528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56832" y="2194560"/>
            <a:ext cx="424281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the opportunity to pilot Doria with public institutions and validate it in live operational environments.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Doria Stage 3 Pitch | Closing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Doria Stage 3 Pitch</dc:title>
  <dc:subject>Doria Stage 3 Pitch</dc:subject>
  <dc:creator>OpenAI Codex</dc:creator>
  <cp:lastModifiedBy>OpenAI Codex</cp:lastModifiedBy>
  <cp:revision>1</cp:revision>
  <dcterms:created xsi:type="dcterms:W3CDTF">2026-03-29T21:45:32Z</dcterms:created>
  <dcterms:modified xsi:type="dcterms:W3CDTF">2026-03-29T21:45:32Z</dcterms:modified>
</cp:coreProperties>
</file>