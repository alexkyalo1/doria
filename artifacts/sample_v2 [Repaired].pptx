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7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9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Kyalo" userId="065e6c62213496ea" providerId="LiveId" clId="{D4BF7C6A-7A30-4C22-9470-BE4CAD66C9E0}"/>
    <pc:docChg chg="undo custSel delSld modSld modShowInfo">
      <pc:chgData name="Alex Kyalo" userId="065e6c62213496ea" providerId="LiveId" clId="{D4BF7C6A-7A30-4C22-9470-BE4CAD66C9E0}" dt="2026-03-29T22:13:36.870" v="209" actId="2744"/>
      <pc:docMkLst>
        <pc:docMk/>
      </pc:docMkLst>
      <pc:sldChg chg="delSp modSp mod">
        <pc:chgData name="Alex Kyalo" userId="065e6c62213496ea" providerId="LiveId" clId="{D4BF7C6A-7A30-4C22-9470-BE4CAD66C9E0}" dt="2026-03-29T22:06:29.193" v="137" actId="20577"/>
        <pc:sldMkLst>
          <pc:docMk/>
          <pc:sldMk cId="0" sldId="256"/>
        </pc:sldMkLst>
        <pc:spChg chg="del">
          <ac:chgData name="Alex Kyalo" userId="065e6c62213496ea" providerId="LiveId" clId="{D4BF7C6A-7A30-4C22-9470-BE4CAD66C9E0}" dt="2026-03-29T22:05:14.316" v="80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Alex Kyalo" userId="065e6c62213496ea" providerId="LiveId" clId="{D4BF7C6A-7A30-4C22-9470-BE4CAD66C9E0}" dt="2026-03-29T22:05:19.443" v="81" actId="478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Alex Kyalo" userId="065e6c62213496ea" providerId="LiveId" clId="{D4BF7C6A-7A30-4C22-9470-BE4CAD66C9E0}" dt="2026-03-29T22:06:17.284" v="123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Alex Kyalo" userId="065e6c62213496ea" providerId="LiveId" clId="{D4BF7C6A-7A30-4C22-9470-BE4CAD66C9E0}" dt="2026-03-29T22:06:29.193" v="137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Alex Kyalo" userId="065e6c62213496ea" providerId="LiveId" clId="{D4BF7C6A-7A30-4C22-9470-BE4CAD66C9E0}" dt="2026-03-29T22:05:59.919" v="120" actId="1076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Alex Kyalo" userId="065e6c62213496ea" providerId="LiveId" clId="{D4BF7C6A-7A30-4C22-9470-BE4CAD66C9E0}" dt="2026-03-29T22:05:51.245" v="119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Alex Kyalo" userId="065e6c62213496ea" providerId="LiveId" clId="{D4BF7C6A-7A30-4C22-9470-BE4CAD66C9E0}" dt="2026-03-29T22:05:25.789" v="82" actId="478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Alex Kyalo" userId="065e6c62213496ea" providerId="LiveId" clId="{D4BF7C6A-7A30-4C22-9470-BE4CAD66C9E0}" dt="2026-03-29T22:05:32.135" v="84" actId="478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Alex Kyalo" userId="065e6c62213496ea" providerId="LiveId" clId="{D4BF7C6A-7A30-4C22-9470-BE4CAD66C9E0}" dt="2026-03-29T22:06:46.478" v="138" actId="20577"/>
        <pc:sldMkLst>
          <pc:docMk/>
          <pc:sldMk cId="0" sldId="257"/>
        </pc:sldMkLst>
        <pc:spChg chg="mod">
          <ac:chgData name="Alex Kyalo" userId="065e6c62213496ea" providerId="LiveId" clId="{D4BF7C6A-7A30-4C22-9470-BE4CAD66C9E0}" dt="2026-03-29T21:55:43.560" v="12" actId="6549"/>
          <ac:spMkLst>
            <pc:docMk/>
            <pc:sldMk cId="0" sldId="257"/>
            <ac:spMk id="3" creationId="{00000000-0000-0000-0000-000000000000}"/>
          </ac:spMkLst>
        </pc:spChg>
        <pc:spChg chg="mod">
          <ac:chgData name="Alex Kyalo" userId="065e6c62213496ea" providerId="LiveId" clId="{D4BF7C6A-7A30-4C22-9470-BE4CAD66C9E0}" dt="2026-03-29T22:06:46.478" v="138" actId="20577"/>
          <ac:spMkLst>
            <pc:docMk/>
            <pc:sldMk cId="0" sldId="257"/>
            <ac:spMk id="8" creationId="{00000000-0000-0000-0000-000000000000}"/>
          </ac:spMkLst>
        </pc:spChg>
      </pc:sldChg>
      <pc:sldChg chg="modSp mod">
        <pc:chgData name="Alex Kyalo" userId="065e6c62213496ea" providerId="LiveId" clId="{D4BF7C6A-7A30-4C22-9470-BE4CAD66C9E0}" dt="2026-03-29T22:07:18.007" v="139"/>
        <pc:sldMkLst>
          <pc:docMk/>
          <pc:sldMk cId="0" sldId="258"/>
        </pc:sldMkLst>
        <pc:spChg chg="mod">
          <ac:chgData name="Alex Kyalo" userId="065e6c62213496ea" providerId="LiveId" clId="{D4BF7C6A-7A30-4C22-9470-BE4CAD66C9E0}" dt="2026-03-29T21:55:48.562" v="13" actId="6549"/>
          <ac:spMkLst>
            <pc:docMk/>
            <pc:sldMk cId="0" sldId="258"/>
            <ac:spMk id="3" creationId="{00000000-0000-0000-0000-000000000000}"/>
          </ac:spMkLst>
        </pc:spChg>
        <pc:spChg chg="mod">
          <ac:chgData name="Alex Kyalo" userId="065e6c62213496ea" providerId="LiveId" clId="{D4BF7C6A-7A30-4C22-9470-BE4CAD66C9E0}" dt="2026-03-29T22:07:18.007" v="139"/>
          <ac:spMkLst>
            <pc:docMk/>
            <pc:sldMk cId="0" sldId="258"/>
            <ac:spMk id="8" creationId="{00000000-0000-0000-0000-000000000000}"/>
          </ac:spMkLst>
        </pc:spChg>
      </pc:sldChg>
      <pc:sldChg chg="modSp mod">
        <pc:chgData name="Alex Kyalo" userId="065e6c62213496ea" providerId="LiveId" clId="{D4BF7C6A-7A30-4C22-9470-BE4CAD66C9E0}" dt="2026-03-29T22:07:18.007" v="139"/>
        <pc:sldMkLst>
          <pc:docMk/>
          <pc:sldMk cId="0" sldId="259"/>
        </pc:sldMkLst>
        <pc:spChg chg="mod">
          <ac:chgData name="Alex Kyalo" userId="065e6c62213496ea" providerId="LiveId" clId="{D4BF7C6A-7A30-4C22-9470-BE4CAD66C9E0}" dt="2026-03-29T21:55:54.040" v="14" actId="6549"/>
          <ac:spMkLst>
            <pc:docMk/>
            <pc:sldMk cId="0" sldId="259"/>
            <ac:spMk id="3" creationId="{00000000-0000-0000-0000-000000000000}"/>
          </ac:spMkLst>
        </pc:spChg>
        <pc:spChg chg="mod">
          <ac:chgData name="Alex Kyalo" userId="065e6c62213496ea" providerId="LiveId" clId="{D4BF7C6A-7A30-4C22-9470-BE4CAD66C9E0}" dt="2026-03-29T22:07:18.007" v="139"/>
          <ac:spMkLst>
            <pc:docMk/>
            <pc:sldMk cId="0" sldId="259"/>
            <ac:spMk id="8" creationId="{00000000-0000-0000-0000-000000000000}"/>
          </ac:spMkLst>
        </pc:spChg>
      </pc:sldChg>
      <pc:sldChg chg="modSp mod">
        <pc:chgData name="Alex Kyalo" userId="065e6c62213496ea" providerId="LiveId" clId="{D4BF7C6A-7A30-4C22-9470-BE4CAD66C9E0}" dt="2026-03-29T22:07:18.007" v="139"/>
        <pc:sldMkLst>
          <pc:docMk/>
          <pc:sldMk cId="0" sldId="260"/>
        </pc:sldMkLst>
        <pc:spChg chg="mod">
          <ac:chgData name="Alex Kyalo" userId="065e6c62213496ea" providerId="LiveId" clId="{D4BF7C6A-7A30-4C22-9470-BE4CAD66C9E0}" dt="2026-03-29T21:55:59.330" v="15" actId="6549"/>
          <ac:spMkLst>
            <pc:docMk/>
            <pc:sldMk cId="0" sldId="260"/>
            <ac:spMk id="3" creationId="{00000000-0000-0000-0000-000000000000}"/>
          </ac:spMkLst>
        </pc:spChg>
        <pc:spChg chg="mod">
          <ac:chgData name="Alex Kyalo" userId="065e6c62213496ea" providerId="LiveId" clId="{D4BF7C6A-7A30-4C22-9470-BE4CAD66C9E0}" dt="2026-03-29T22:07:18.007" v="139"/>
          <ac:spMkLst>
            <pc:docMk/>
            <pc:sldMk cId="0" sldId="260"/>
            <ac:spMk id="8" creationId="{00000000-0000-0000-0000-000000000000}"/>
          </ac:spMkLst>
        </pc:spChg>
      </pc:sldChg>
      <pc:sldChg chg="modSp del mod">
        <pc:chgData name="Alex Kyalo" userId="065e6c62213496ea" providerId="LiveId" clId="{D4BF7C6A-7A30-4C22-9470-BE4CAD66C9E0}" dt="2026-03-29T21:54:24.581" v="1" actId="2696"/>
        <pc:sldMkLst>
          <pc:docMk/>
          <pc:sldMk cId="0" sldId="261"/>
        </pc:sldMkLst>
        <pc:spChg chg="mod">
          <ac:chgData name="Alex Kyalo" userId="065e6c62213496ea" providerId="LiveId" clId="{D4BF7C6A-7A30-4C22-9470-BE4CAD66C9E0}" dt="2026-03-29T21:54:11.525" v="0" actId="20577"/>
          <ac:spMkLst>
            <pc:docMk/>
            <pc:sldMk cId="0" sldId="261"/>
            <ac:spMk id="3" creationId="{00000000-0000-0000-0000-000000000000}"/>
          </ac:spMkLst>
        </pc:spChg>
      </pc:sldChg>
      <pc:sldChg chg="delSp modSp mod">
        <pc:chgData name="Alex Kyalo" userId="065e6c62213496ea" providerId="LiveId" clId="{D4BF7C6A-7A30-4C22-9470-BE4CAD66C9E0}" dt="2026-03-29T22:07:55.586" v="141" actId="1076"/>
        <pc:sldMkLst>
          <pc:docMk/>
          <pc:sldMk cId="0" sldId="262"/>
        </pc:sldMkLst>
        <pc:spChg chg="mod">
          <ac:chgData name="Alex Kyalo" userId="065e6c62213496ea" providerId="LiveId" clId="{D4BF7C6A-7A30-4C22-9470-BE4CAD66C9E0}" dt="2026-03-29T21:56:04.634" v="16" actId="6549"/>
          <ac:spMkLst>
            <pc:docMk/>
            <pc:sldMk cId="0" sldId="262"/>
            <ac:spMk id="3" creationId="{00000000-0000-0000-0000-000000000000}"/>
          </ac:spMkLst>
        </pc:spChg>
        <pc:spChg chg="mod">
          <ac:chgData name="Alex Kyalo" userId="065e6c62213496ea" providerId="LiveId" clId="{D4BF7C6A-7A30-4C22-9470-BE4CAD66C9E0}" dt="2026-03-29T22:07:18.007" v="139"/>
          <ac:spMkLst>
            <pc:docMk/>
            <pc:sldMk cId="0" sldId="262"/>
            <ac:spMk id="8" creationId="{00000000-0000-0000-0000-000000000000}"/>
          </ac:spMkLst>
        </pc:spChg>
        <pc:spChg chg="del">
          <ac:chgData name="Alex Kyalo" userId="065e6c62213496ea" providerId="LiveId" clId="{D4BF7C6A-7A30-4C22-9470-BE4CAD66C9E0}" dt="2026-03-29T21:54:42.551" v="3" actId="478"/>
          <ac:spMkLst>
            <pc:docMk/>
            <pc:sldMk cId="0" sldId="262"/>
            <ac:spMk id="14" creationId="{00000000-0000-0000-0000-000000000000}"/>
          </ac:spMkLst>
        </pc:spChg>
        <pc:spChg chg="mod">
          <ac:chgData name="Alex Kyalo" userId="065e6c62213496ea" providerId="LiveId" clId="{D4BF7C6A-7A30-4C22-9470-BE4CAD66C9E0}" dt="2026-03-29T22:07:47.463" v="140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Alex Kyalo" userId="065e6c62213496ea" providerId="LiveId" clId="{D4BF7C6A-7A30-4C22-9470-BE4CAD66C9E0}" dt="2026-03-29T21:54:49.222" v="5" actId="6549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lex Kyalo" userId="065e6c62213496ea" providerId="LiveId" clId="{D4BF7C6A-7A30-4C22-9470-BE4CAD66C9E0}" dt="2026-03-29T21:54:56.401" v="6" actId="6549"/>
          <ac:spMkLst>
            <pc:docMk/>
            <pc:sldMk cId="0" sldId="262"/>
            <ac:spMk id="20" creationId="{00000000-0000-0000-0000-000000000000}"/>
          </ac:spMkLst>
        </pc:spChg>
        <pc:spChg chg="mod">
          <ac:chgData name="Alex Kyalo" userId="065e6c62213496ea" providerId="LiveId" clId="{D4BF7C6A-7A30-4C22-9470-BE4CAD66C9E0}" dt="2026-03-29T22:07:55.586" v="141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Alex Kyalo" userId="065e6c62213496ea" providerId="LiveId" clId="{D4BF7C6A-7A30-4C22-9470-BE4CAD66C9E0}" dt="2026-03-29T21:55:06.591" v="9" actId="6549"/>
          <ac:spMkLst>
            <pc:docMk/>
            <pc:sldMk cId="0" sldId="262"/>
            <ac:spMk id="24" creationId="{00000000-0000-0000-0000-000000000000}"/>
          </ac:spMkLst>
        </pc:spChg>
      </pc:sldChg>
      <pc:sldChg chg="modSp">
        <pc:chgData name="Alex Kyalo" userId="065e6c62213496ea" providerId="LiveId" clId="{D4BF7C6A-7A30-4C22-9470-BE4CAD66C9E0}" dt="2026-03-29T22:07:18.007" v="139"/>
        <pc:sldMkLst>
          <pc:docMk/>
          <pc:sldMk cId="0" sldId="263"/>
        </pc:sldMkLst>
        <pc:spChg chg="mod">
          <ac:chgData name="Alex Kyalo" userId="065e6c62213496ea" providerId="LiveId" clId="{D4BF7C6A-7A30-4C22-9470-BE4CAD66C9E0}" dt="2026-03-29T22:07:18.007" v="139"/>
          <ac:spMkLst>
            <pc:docMk/>
            <pc:sldMk cId="0" sldId="263"/>
            <ac:spMk id="8" creationId="{00000000-0000-0000-0000-000000000000}"/>
          </ac:spMkLst>
        </pc:spChg>
      </pc:sldChg>
      <pc:sldChg chg="modSp mod">
        <pc:chgData name="Alex Kyalo" userId="065e6c62213496ea" providerId="LiveId" clId="{D4BF7C6A-7A30-4C22-9470-BE4CAD66C9E0}" dt="2026-03-29T22:12:01.061" v="206" actId="1035"/>
        <pc:sldMkLst>
          <pc:docMk/>
          <pc:sldMk cId="0" sldId="264"/>
        </pc:sldMkLst>
        <pc:spChg chg="mod">
          <ac:chgData name="Alex Kyalo" userId="065e6c62213496ea" providerId="LiveId" clId="{D4BF7C6A-7A30-4C22-9470-BE4CAD66C9E0}" dt="2026-03-29T21:56:20.264" v="17" actId="6549"/>
          <ac:spMkLst>
            <pc:docMk/>
            <pc:sldMk cId="0" sldId="264"/>
            <ac:spMk id="3" creationId="{00000000-0000-0000-0000-000000000000}"/>
          </ac:spMkLst>
        </pc:spChg>
        <pc:spChg chg="mod">
          <ac:chgData name="Alex Kyalo" userId="065e6c62213496ea" providerId="LiveId" clId="{D4BF7C6A-7A30-4C22-9470-BE4CAD66C9E0}" dt="2026-03-29T22:07:18.007" v="139"/>
          <ac:spMkLst>
            <pc:docMk/>
            <pc:sldMk cId="0" sldId="264"/>
            <ac:spMk id="8" creationId="{00000000-0000-0000-0000-000000000000}"/>
          </ac:spMkLst>
        </pc:spChg>
        <pc:spChg chg="mod">
          <ac:chgData name="Alex Kyalo" userId="065e6c62213496ea" providerId="LiveId" clId="{D4BF7C6A-7A30-4C22-9470-BE4CAD66C9E0}" dt="2026-03-29T22:11:35.532" v="199" actId="255"/>
          <ac:spMkLst>
            <pc:docMk/>
            <pc:sldMk cId="0" sldId="264"/>
            <ac:spMk id="14" creationId="{00000000-0000-0000-0000-000000000000}"/>
          </ac:spMkLst>
        </pc:spChg>
        <pc:spChg chg="mod">
          <ac:chgData name="Alex Kyalo" userId="065e6c62213496ea" providerId="LiveId" clId="{D4BF7C6A-7A30-4C22-9470-BE4CAD66C9E0}" dt="2026-03-29T22:11:44.134" v="201" actId="2057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Alex Kyalo" userId="065e6c62213496ea" providerId="LiveId" clId="{D4BF7C6A-7A30-4C22-9470-BE4CAD66C9E0}" dt="2026-03-29T22:10:46.572" v="170" actId="21"/>
          <ac:spMkLst>
            <pc:docMk/>
            <pc:sldMk cId="0" sldId="264"/>
            <ac:spMk id="16" creationId="{00000000-0000-0000-0000-000000000000}"/>
          </ac:spMkLst>
        </pc:spChg>
        <pc:spChg chg="mod">
          <ac:chgData name="Alex Kyalo" userId="065e6c62213496ea" providerId="LiveId" clId="{D4BF7C6A-7A30-4C22-9470-BE4CAD66C9E0}" dt="2026-03-29T22:11:53.371" v="202" actId="255"/>
          <ac:spMkLst>
            <pc:docMk/>
            <pc:sldMk cId="0" sldId="264"/>
            <ac:spMk id="18" creationId="{00000000-0000-0000-0000-000000000000}"/>
          </ac:spMkLst>
        </pc:spChg>
        <pc:spChg chg="mod">
          <ac:chgData name="Alex Kyalo" userId="065e6c62213496ea" providerId="LiveId" clId="{D4BF7C6A-7A30-4C22-9470-BE4CAD66C9E0}" dt="2026-03-29T22:12:01.061" v="206" actId="1035"/>
          <ac:spMkLst>
            <pc:docMk/>
            <pc:sldMk cId="0" sldId="264"/>
            <ac:spMk id="19" creationId="{00000000-0000-0000-0000-000000000000}"/>
          </ac:spMkLst>
        </pc:spChg>
        <pc:spChg chg="mod">
          <ac:chgData name="Alex Kyalo" userId="065e6c62213496ea" providerId="LiveId" clId="{D4BF7C6A-7A30-4C22-9470-BE4CAD66C9E0}" dt="2026-03-29T22:10:10.174" v="150" actId="21"/>
          <ac:spMkLst>
            <pc:docMk/>
            <pc:sldMk cId="0" sldId="264"/>
            <ac:spMk id="20" creationId="{00000000-0000-0000-0000-000000000000}"/>
          </ac:spMkLst>
        </pc:spChg>
        <pc:spChg chg="mod">
          <ac:chgData name="Alex Kyalo" userId="065e6c62213496ea" providerId="LiveId" clId="{D4BF7C6A-7A30-4C22-9470-BE4CAD66C9E0}" dt="2026-03-29T22:09:50.058" v="147" actId="255"/>
          <ac:spMkLst>
            <pc:docMk/>
            <pc:sldMk cId="0" sldId="264"/>
            <ac:spMk id="22" creationId="{00000000-0000-0000-0000-000000000000}"/>
          </ac:spMkLst>
        </pc:spChg>
        <pc:spChg chg="mod">
          <ac:chgData name="Alex Kyalo" userId="065e6c62213496ea" providerId="LiveId" clId="{D4BF7C6A-7A30-4C22-9470-BE4CAD66C9E0}" dt="2026-03-29T22:09:32.078" v="146" actId="6549"/>
          <ac:spMkLst>
            <pc:docMk/>
            <pc:sldMk cId="0" sldId="264"/>
            <ac:spMk id="23" creationId="{00000000-0000-0000-0000-000000000000}"/>
          </ac:spMkLst>
        </pc:spChg>
        <pc:spChg chg="mod">
          <ac:chgData name="Alex Kyalo" userId="065e6c62213496ea" providerId="LiveId" clId="{D4BF7C6A-7A30-4C22-9470-BE4CAD66C9E0}" dt="2026-03-29T22:09:26.889" v="145" actId="20577"/>
          <ac:spMkLst>
            <pc:docMk/>
            <pc:sldMk cId="0" sldId="264"/>
            <ac:spMk id="24" creationId="{00000000-0000-0000-0000-000000000000}"/>
          </ac:spMkLst>
        </pc:spChg>
      </pc:sldChg>
      <pc:sldChg chg="modSp mod">
        <pc:chgData name="Alex Kyalo" userId="065e6c62213496ea" providerId="LiveId" clId="{D4BF7C6A-7A30-4C22-9470-BE4CAD66C9E0}" dt="2026-03-29T22:07:18.007" v="139"/>
        <pc:sldMkLst>
          <pc:docMk/>
          <pc:sldMk cId="0" sldId="265"/>
        </pc:sldMkLst>
        <pc:spChg chg="mod">
          <ac:chgData name="Alex Kyalo" userId="065e6c62213496ea" providerId="LiveId" clId="{D4BF7C6A-7A30-4C22-9470-BE4CAD66C9E0}" dt="2026-03-29T21:56:33.330" v="18" actId="6549"/>
          <ac:spMkLst>
            <pc:docMk/>
            <pc:sldMk cId="0" sldId="265"/>
            <ac:spMk id="3" creationId="{00000000-0000-0000-0000-000000000000}"/>
          </ac:spMkLst>
        </pc:spChg>
        <pc:spChg chg="mod">
          <ac:chgData name="Alex Kyalo" userId="065e6c62213496ea" providerId="LiveId" clId="{D4BF7C6A-7A30-4C22-9470-BE4CAD66C9E0}" dt="2026-03-29T22:07:18.007" v="139"/>
          <ac:spMkLst>
            <pc:docMk/>
            <pc:sldMk cId="0" sldId="265"/>
            <ac:spMk id="8" creationId="{00000000-0000-0000-0000-000000000000}"/>
          </ac:spMkLst>
        </pc:spChg>
      </pc:sldChg>
      <pc:sldChg chg="modSp mod">
        <pc:chgData name="Alex Kyalo" userId="065e6c62213496ea" providerId="LiveId" clId="{D4BF7C6A-7A30-4C22-9470-BE4CAD66C9E0}" dt="2026-03-29T22:07:18.007" v="139"/>
        <pc:sldMkLst>
          <pc:docMk/>
          <pc:sldMk cId="0" sldId="266"/>
        </pc:sldMkLst>
        <pc:spChg chg="mod">
          <ac:chgData name="Alex Kyalo" userId="065e6c62213496ea" providerId="LiveId" clId="{D4BF7C6A-7A30-4C22-9470-BE4CAD66C9E0}" dt="2026-03-29T21:56:38.629" v="19" actId="6549"/>
          <ac:spMkLst>
            <pc:docMk/>
            <pc:sldMk cId="0" sldId="266"/>
            <ac:spMk id="3" creationId="{00000000-0000-0000-0000-000000000000}"/>
          </ac:spMkLst>
        </pc:spChg>
        <pc:spChg chg="mod">
          <ac:chgData name="Alex Kyalo" userId="065e6c62213496ea" providerId="LiveId" clId="{D4BF7C6A-7A30-4C22-9470-BE4CAD66C9E0}" dt="2026-03-29T22:07:18.007" v="139"/>
          <ac:spMkLst>
            <pc:docMk/>
            <pc:sldMk cId="0" sldId="266"/>
            <ac:spMk id="8" creationId="{00000000-0000-0000-0000-000000000000}"/>
          </ac:spMkLst>
        </pc:spChg>
      </pc:sldChg>
      <pc:sldChg chg="delSp modSp mod">
        <pc:chgData name="Alex Kyalo" userId="065e6c62213496ea" providerId="LiveId" clId="{D4BF7C6A-7A30-4C22-9470-BE4CAD66C9E0}" dt="2026-03-29T22:12:51.043" v="207" actId="255"/>
        <pc:sldMkLst>
          <pc:docMk/>
          <pc:sldMk cId="0" sldId="267"/>
        </pc:sldMkLst>
        <pc:spChg chg="mod">
          <ac:chgData name="Alex Kyalo" userId="065e6c62213496ea" providerId="LiveId" clId="{D4BF7C6A-7A30-4C22-9470-BE4CAD66C9E0}" dt="2026-03-29T22:00:26.054" v="29" actId="20577"/>
          <ac:spMkLst>
            <pc:docMk/>
            <pc:sldMk cId="0" sldId="267"/>
            <ac:spMk id="27" creationId="{00000000-0000-0000-0000-000000000000}"/>
          </ac:spMkLst>
        </pc:spChg>
        <pc:spChg chg="mod">
          <ac:chgData name="Alex Kyalo" userId="065e6c62213496ea" providerId="LiveId" clId="{D4BF7C6A-7A30-4C22-9470-BE4CAD66C9E0}" dt="2026-03-29T22:12:51.043" v="207" actId="255"/>
          <ac:spMkLst>
            <pc:docMk/>
            <pc:sldMk cId="0" sldId="267"/>
            <ac:spMk id="30" creationId="{00000000-0000-0000-0000-000000000000}"/>
          </ac:spMkLst>
        </pc:spChg>
        <pc:spChg chg="del">
          <ac:chgData name="Alex Kyalo" userId="065e6c62213496ea" providerId="LiveId" clId="{D4BF7C6A-7A30-4C22-9470-BE4CAD66C9E0}" dt="2026-03-29T22:00:04.251" v="24" actId="478"/>
          <ac:spMkLst>
            <pc:docMk/>
            <pc:sldMk cId="0" sldId="267"/>
            <ac:spMk id="45" creationId="{00000000-0000-0000-0000-000000000000}"/>
          </ac:spMkLst>
        </pc:spChg>
        <pc:spChg chg="mod">
          <ac:chgData name="Alex Kyalo" userId="065e6c62213496ea" providerId="LiveId" clId="{D4BF7C6A-7A30-4C22-9470-BE4CAD66C9E0}" dt="2026-03-29T22:00:01.750" v="23" actId="20577"/>
          <ac:spMkLst>
            <pc:docMk/>
            <pc:sldMk cId="0" sldId="267"/>
            <ac:spMk id="46" creationId="{00000000-0000-0000-0000-000000000000}"/>
          </ac:spMkLst>
        </pc:spChg>
      </pc:sldChg>
      <pc:sldChg chg="addSp delSp modSp mod">
        <pc:chgData name="Alex Kyalo" userId="065e6c62213496ea" providerId="LiveId" clId="{D4BF7C6A-7A30-4C22-9470-BE4CAD66C9E0}" dt="2026-03-29T22:04:57.749" v="79" actId="20577"/>
        <pc:sldMkLst>
          <pc:docMk/>
          <pc:sldMk cId="0" sldId="268"/>
        </pc:sldMkLst>
        <pc:spChg chg="del">
          <ac:chgData name="Alex Kyalo" userId="065e6c62213496ea" providerId="LiveId" clId="{D4BF7C6A-7A30-4C22-9470-BE4CAD66C9E0}" dt="2026-03-29T22:01:46.620" v="30" actId="478"/>
          <ac:spMkLst>
            <pc:docMk/>
            <pc:sldMk cId="0" sldId="268"/>
            <ac:spMk id="22" creationId="{00000000-0000-0000-0000-000000000000}"/>
          </ac:spMkLst>
        </pc:spChg>
        <pc:spChg chg="del">
          <ac:chgData name="Alex Kyalo" userId="065e6c62213496ea" providerId="LiveId" clId="{D4BF7C6A-7A30-4C22-9470-BE4CAD66C9E0}" dt="2026-03-29T22:01:48.980" v="31" actId="478"/>
          <ac:spMkLst>
            <pc:docMk/>
            <pc:sldMk cId="0" sldId="268"/>
            <ac:spMk id="23" creationId="{00000000-0000-0000-0000-000000000000}"/>
          </ac:spMkLst>
        </pc:spChg>
        <pc:spChg chg="del mod">
          <ac:chgData name="Alex Kyalo" userId="065e6c62213496ea" providerId="LiveId" clId="{D4BF7C6A-7A30-4C22-9470-BE4CAD66C9E0}" dt="2026-03-29T22:01:58.936" v="33" actId="478"/>
          <ac:spMkLst>
            <pc:docMk/>
            <pc:sldMk cId="0" sldId="268"/>
            <ac:spMk id="24" creationId="{00000000-0000-0000-0000-000000000000}"/>
          </ac:spMkLst>
        </pc:spChg>
        <pc:spChg chg="del">
          <ac:chgData name="Alex Kyalo" userId="065e6c62213496ea" providerId="LiveId" clId="{D4BF7C6A-7A30-4C22-9470-BE4CAD66C9E0}" dt="2026-03-29T22:02:11.728" v="37" actId="478"/>
          <ac:spMkLst>
            <pc:docMk/>
            <pc:sldMk cId="0" sldId="268"/>
            <ac:spMk id="25" creationId="{00000000-0000-0000-0000-000000000000}"/>
          </ac:spMkLst>
        </pc:spChg>
        <pc:spChg chg="del">
          <ac:chgData name="Alex Kyalo" userId="065e6c62213496ea" providerId="LiveId" clId="{D4BF7C6A-7A30-4C22-9470-BE4CAD66C9E0}" dt="2026-03-29T22:02:08.383" v="36" actId="478"/>
          <ac:spMkLst>
            <pc:docMk/>
            <pc:sldMk cId="0" sldId="268"/>
            <ac:spMk id="26" creationId="{00000000-0000-0000-0000-000000000000}"/>
          </ac:spMkLst>
        </pc:spChg>
        <pc:spChg chg="del mod">
          <ac:chgData name="Alex Kyalo" userId="065e6c62213496ea" providerId="LiveId" clId="{D4BF7C6A-7A30-4C22-9470-BE4CAD66C9E0}" dt="2026-03-29T22:02:04.085" v="35" actId="478"/>
          <ac:spMkLst>
            <pc:docMk/>
            <pc:sldMk cId="0" sldId="268"/>
            <ac:spMk id="27" creationId="{00000000-0000-0000-0000-000000000000}"/>
          </ac:spMkLst>
        </pc:spChg>
        <pc:spChg chg="del">
          <ac:chgData name="Alex Kyalo" userId="065e6c62213496ea" providerId="LiveId" clId="{D4BF7C6A-7A30-4C22-9470-BE4CAD66C9E0}" dt="2026-03-29T22:03:43.838" v="48" actId="478"/>
          <ac:spMkLst>
            <pc:docMk/>
            <pc:sldMk cId="0" sldId="268"/>
            <ac:spMk id="39" creationId="{00000000-0000-0000-0000-000000000000}"/>
          </ac:spMkLst>
        </pc:spChg>
        <pc:spChg chg="del">
          <ac:chgData name="Alex Kyalo" userId="065e6c62213496ea" providerId="LiveId" clId="{D4BF7C6A-7A30-4C22-9470-BE4CAD66C9E0}" dt="2026-03-29T22:03:48.136" v="49" actId="478"/>
          <ac:spMkLst>
            <pc:docMk/>
            <pc:sldMk cId="0" sldId="268"/>
            <ac:spMk id="40" creationId="{00000000-0000-0000-0000-000000000000}"/>
          </ac:spMkLst>
        </pc:spChg>
        <pc:spChg chg="del">
          <ac:chgData name="Alex Kyalo" userId="065e6c62213496ea" providerId="LiveId" clId="{D4BF7C6A-7A30-4C22-9470-BE4CAD66C9E0}" dt="2026-03-29T22:03:52.388" v="50" actId="478"/>
          <ac:spMkLst>
            <pc:docMk/>
            <pc:sldMk cId="0" sldId="268"/>
            <ac:spMk id="41" creationId="{00000000-0000-0000-0000-000000000000}"/>
          </ac:spMkLst>
        </pc:spChg>
        <pc:spChg chg="del mod">
          <ac:chgData name="Alex Kyalo" userId="065e6c62213496ea" providerId="LiveId" clId="{D4BF7C6A-7A30-4C22-9470-BE4CAD66C9E0}" dt="2026-03-29T22:03:58.452" v="52" actId="478"/>
          <ac:spMkLst>
            <pc:docMk/>
            <pc:sldMk cId="0" sldId="268"/>
            <ac:spMk id="42" creationId="{00000000-0000-0000-0000-000000000000}"/>
          </ac:spMkLst>
        </pc:spChg>
        <pc:spChg chg="mod">
          <ac:chgData name="Alex Kyalo" userId="065e6c62213496ea" providerId="LiveId" clId="{D4BF7C6A-7A30-4C22-9470-BE4CAD66C9E0}" dt="2026-03-29T22:04:57.749" v="79" actId="20577"/>
          <ac:spMkLst>
            <pc:docMk/>
            <pc:sldMk cId="0" sldId="268"/>
            <ac:spMk id="44" creationId="{00000000-0000-0000-0000-000000000000}"/>
          </ac:spMkLst>
        </pc:spChg>
        <pc:spChg chg="add ord">
          <ac:chgData name="Alex Kyalo" userId="065e6c62213496ea" providerId="LiveId" clId="{D4BF7C6A-7A30-4C22-9470-BE4CAD66C9E0}" dt="2026-03-29T22:04:42.852" v="54" actId="167"/>
          <ac:spMkLst>
            <pc:docMk/>
            <pc:sldMk cId="0" sldId="268"/>
            <ac:spMk id="65" creationId="{7716A42E-1CA8-0B9F-BDD3-8B3971A4FDE1}"/>
          </ac:spMkLst>
        </pc:spChg>
        <pc:cxnChg chg="add">
          <ac:chgData name="Alex Kyalo" userId="065e6c62213496ea" providerId="LiveId" clId="{D4BF7C6A-7A30-4C22-9470-BE4CAD66C9E0}" dt="2026-03-29T22:02:27.013" v="38" actId="11529"/>
          <ac:cxnSpMkLst>
            <pc:docMk/>
            <pc:sldMk cId="0" sldId="268"/>
            <ac:cxnSpMk id="48" creationId="{EEA02CF1-2C52-B732-BF72-978ECA3017F2}"/>
          </ac:cxnSpMkLst>
        </pc:cxnChg>
        <pc:cxnChg chg="add">
          <ac:chgData name="Alex Kyalo" userId="065e6c62213496ea" providerId="LiveId" clId="{D4BF7C6A-7A30-4C22-9470-BE4CAD66C9E0}" dt="2026-03-29T22:02:35.156" v="39" actId="11529"/>
          <ac:cxnSpMkLst>
            <pc:docMk/>
            <pc:sldMk cId="0" sldId="268"/>
            <ac:cxnSpMk id="50" creationId="{6F7085BD-CCE8-F2D6-A00F-CB809819672F}"/>
          </ac:cxnSpMkLst>
        </pc:cxnChg>
        <pc:cxnChg chg="add">
          <ac:chgData name="Alex Kyalo" userId="065e6c62213496ea" providerId="LiveId" clId="{D4BF7C6A-7A30-4C22-9470-BE4CAD66C9E0}" dt="2026-03-29T22:02:41.852" v="40" actId="11529"/>
          <ac:cxnSpMkLst>
            <pc:docMk/>
            <pc:sldMk cId="0" sldId="268"/>
            <ac:cxnSpMk id="52" creationId="{73981454-BA69-E256-DF77-6A161C3BB401}"/>
          </ac:cxnSpMkLst>
        </pc:cxnChg>
        <pc:cxnChg chg="add mod">
          <ac:chgData name="Alex Kyalo" userId="065e6c62213496ea" providerId="LiveId" clId="{D4BF7C6A-7A30-4C22-9470-BE4CAD66C9E0}" dt="2026-03-29T22:03:30.869" v="47" actId="14100"/>
          <ac:cxnSpMkLst>
            <pc:docMk/>
            <pc:sldMk cId="0" sldId="268"/>
            <ac:cxnSpMk id="54" creationId="{C795CA3D-4970-B376-22F3-8BB3943E51B1}"/>
          </ac:cxnSpMkLst>
        </pc:cxnChg>
        <pc:cxnChg chg="add mod">
          <ac:chgData name="Alex Kyalo" userId="065e6c62213496ea" providerId="LiveId" clId="{D4BF7C6A-7A30-4C22-9470-BE4CAD66C9E0}" dt="2026-03-29T22:03:02.390" v="43" actId="14100"/>
          <ac:cxnSpMkLst>
            <pc:docMk/>
            <pc:sldMk cId="0" sldId="268"/>
            <ac:cxnSpMk id="56" creationId="{53615A66-0D2D-A884-5027-EE4B4E331905}"/>
          </ac:cxnSpMkLst>
        </pc:cxnChg>
        <pc:cxnChg chg="add">
          <ac:chgData name="Alex Kyalo" userId="065e6c62213496ea" providerId="LiveId" clId="{D4BF7C6A-7A30-4C22-9470-BE4CAD66C9E0}" dt="2026-03-29T22:03:09.096" v="44" actId="11529"/>
          <ac:cxnSpMkLst>
            <pc:docMk/>
            <pc:sldMk cId="0" sldId="268"/>
            <ac:cxnSpMk id="59" creationId="{E911EB7B-BBE4-8C6B-8D98-CE62FA08E7FE}"/>
          </ac:cxnSpMkLst>
        </pc:cxnChg>
        <pc:cxnChg chg="add">
          <ac:chgData name="Alex Kyalo" userId="065e6c62213496ea" providerId="LiveId" clId="{D4BF7C6A-7A30-4C22-9470-BE4CAD66C9E0}" dt="2026-03-29T22:03:16.270" v="45" actId="11529"/>
          <ac:cxnSpMkLst>
            <pc:docMk/>
            <pc:sldMk cId="0" sldId="268"/>
            <ac:cxnSpMk id="61" creationId="{AD73F8A4-9991-76DC-683C-F23885A674AD}"/>
          </ac:cxnSpMkLst>
        </pc:cxnChg>
        <pc:cxnChg chg="add">
          <ac:chgData name="Alex Kyalo" userId="065e6c62213496ea" providerId="LiveId" clId="{D4BF7C6A-7A30-4C22-9470-BE4CAD66C9E0}" dt="2026-03-29T22:03:22.554" v="46" actId="11529"/>
          <ac:cxnSpMkLst>
            <pc:docMk/>
            <pc:sldMk cId="0" sldId="268"/>
            <ac:cxnSpMk id="63" creationId="{9DF93F32-4E1E-6520-E1B5-7608935CBDA4}"/>
          </ac:cxnSpMkLst>
        </pc:cxnChg>
      </pc:sldChg>
      <pc:sldChg chg="modSp mod">
        <pc:chgData name="Alex Kyalo" userId="065e6c62213496ea" providerId="LiveId" clId="{D4BF7C6A-7A30-4C22-9470-BE4CAD66C9E0}" dt="2026-03-29T21:59:12.948" v="22" actId="14100"/>
        <pc:sldMkLst>
          <pc:docMk/>
          <pc:sldMk cId="0" sldId="269"/>
        </pc:sldMkLst>
        <pc:spChg chg="mod">
          <ac:chgData name="Alex Kyalo" userId="065e6c62213496ea" providerId="LiveId" clId="{D4BF7C6A-7A30-4C22-9470-BE4CAD66C9E0}" dt="2026-03-29T21:58:54.840" v="20" actId="14100"/>
          <ac:spMkLst>
            <pc:docMk/>
            <pc:sldMk cId="0" sldId="269"/>
            <ac:spMk id="23" creationId="{00000000-0000-0000-0000-000000000000}"/>
          </ac:spMkLst>
        </pc:spChg>
        <pc:spChg chg="mod">
          <ac:chgData name="Alex Kyalo" userId="065e6c62213496ea" providerId="LiveId" clId="{D4BF7C6A-7A30-4C22-9470-BE4CAD66C9E0}" dt="2026-03-29T21:59:12.948" v="22" actId="14100"/>
          <ac:spMkLst>
            <pc:docMk/>
            <pc:sldMk cId="0" sldId="269"/>
            <ac:spMk id="2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641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6100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91204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1367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03438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6752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18238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8920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2220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4040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2265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473302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60708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674196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77609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17610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71139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172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8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5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-285404" y="285154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Doria 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1796" y="382219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F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incident intelligence for coordinated, data-driven response across institutions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76272" y="3904488"/>
            <a:ext cx="7808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promise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3240" y="589788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F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Alex Kyalo | Founder | Pilot-ready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 + National Vision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is an AI-powered incident intelligence platform for coordinated, data-driven response.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helps government institutions move from fragmented incident reporting to coordinated, data-driven response.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vision is a Kenya where institutions can detect, understand, and respond in real time through one unified operational intelligence layer.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is not just digitizing reports; it is building intelligent incident coordination infrastructure for the nation.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afternoon distinguished judges. I am Alex Kyalo, founder of Doria. Today I present an AI-powered incident intelligence platform that helps institutions move from fragmented reporting to coordinated response.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helps government institutions move from fragmented incident reporting to coordinated, data-driven response.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National Security Context / Strategic Gap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information is still fragmented across institutions, facilities, and teams.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fragmentation creates slow response, limited cross-agency visibility, and weak awareness of hotspots and repeat threats.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 are often logged in isolated systems and followed up manually, so decision-makers see only fragments of the operational picture.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national security environment, fragmented incident response becomes a resilience gap.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facility may detect a threat, a field team may log an update, and another institution may also be affected. Without shared intelligence, response becomes delayed and reactive.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fragmentation creates slow response, limited cross-agency visibility, and weak awareness of hotspots and repeat threats.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Cross-Sectoral Resilience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strengthens multiple sectors at the same time.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public safety, it improves incident capture and follow-up.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energy, utilities, transport, logistics, and administration, it improves visibility around threats, disruptions, and accountable workflows.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isolated operations, Doria creates a shared intelligence workflow built around facilities, incidents, and actionable AI insights.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cross-sector resilience by design, because one operational intelligence layer can support multiple institutional contexts.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public safety, it improves incident capture and follow-up.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National Sovereignty &amp; Control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is built with sovereignty and institutional control in mind.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data can remain under government-controlled infrastructure.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supports controlled deployment for sensitive environments.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architecture is modular, maintainable, and designed for local ownership of data, workflows, and long-term evolution.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allows institutions to retain control over their data, workflows, and long-term operational evolution.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data can remain under government-controlled infrastructure.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Scalability &amp; Speed to Impact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is built to scale in stages and integrate into existing workflows.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is pilot deployment with incident capture, follow-up workflows, and AI summaries in selected institutions or counties.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expands facility coverage and cross-agency visibility.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enables broader national coordination, stronger geospatial intelligence, and predictive operational alerts.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scale, Doria integrates into existing workflows rather than forcing institutions to replace everything at once.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is pilot deployment with incident capture, follow-up workflows, and AI summaries in selected institutions or counties.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5440680"/>
            <a:ext cx="1554480" cy="749808"/>
          </a:xfrm>
          <a:prstGeom prst="roundRect">
            <a:avLst>
              <a:gd name="adj" fmla="val 7317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5724144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report to insight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28816" y="6172200"/>
            <a:ext cx="129844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83880" y="5440680"/>
            <a:ext cx="1554480" cy="749808"/>
          </a:xfrm>
          <a:prstGeom prst="roundRect">
            <a:avLst>
              <a:gd name="adj" fmla="val 7317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5550408"/>
            <a:ext cx="1335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layers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93608" y="5916168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context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11896" y="6172200"/>
            <a:ext cx="129844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966960" y="5440680"/>
            <a:ext cx="1371600" cy="749808"/>
          </a:xfrm>
          <a:prstGeom prst="roundRect">
            <a:avLst>
              <a:gd name="adj" fmla="val 7317"/>
            </a:avLst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93808" y="549471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outputs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76688" y="5916168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response set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94976" y="6172200"/>
            <a:ext cx="111556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11:00-12:30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Trust, Ethics &amp; Governance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Trust, accountability, and governance are built into the platform.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includes role-based access control, scoped visibility, audit trails, and structured operational ownership.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AI outputs are designed to be understandable and reviewable, not black-box decisions.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privacy-aware and built for institutional accountability.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public operations, intelligence must be fast, secure, auditable, and governable.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includes role-based access control, scoped visibility, audit trails, and structured operational ownership.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Economic &amp; Operational ROI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Operationally, Doria reduces the cost of fragmented response.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shortens the time spent reconciling scattered reports.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improves allocation of attention and resources and helps institutions identify hotspots earlier.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increases accountability through visible follow-up ownership and traceable action history.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cost of inaction is delay, duplication, and weak coordination. The benefit of Doria is faster triage, stronger visibility, and better institutional response.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shortens the time spent reconciling scattered reports.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5440680"/>
            <a:ext cx="1554480" cy="749808"/>
          </a:xfrm>
          <a:prstGeom prst="roundRect">
            <a:avLst>
              <a:gd name="adj" fmla="val 7317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5550408"/>
            <a:ext cx="1335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phases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0528" y="5916168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Pilot, coordinate, expand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28816" y="6172200"/>
            <a:ext cx="129844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b="1" dirty="0"/>
          </a:p>
        </p:txBody>
      </p:sp>
      <p:sp>
        <p:nvSpPr>
          <p:cNvPr id="17" name="Shape 15"/>
          <p:cNvSpPr/>
          <p:nvPr/>
        </p:nvSpPr>
        <p:spPr>
          <a:xfrm>
            <a:off x="8183880" y="5440680"/>
            <a:ext cx="1783080" cy="749808"/>
          </a:xfrm>
          <a:prstGeom prst="roundRect">
            <a:avLst>
              <a:gd name="adj" fmla="val 7317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5550408"/>
            <a:ext cx="1563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 disruption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93608" y="5916168"/>
            <a:ext cx="1563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model by integration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11896" y="6172200"/>
            <a:ext cx="152704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195560" y="5440680"/>
            <a:ext cx="1143000" cy="749808"/>
          </a:xfrm>
          <a:prstGeom prst="roundRect">
            <a:avLst>
              <a:gd name="adj" fmla="val 7317"/>
            </a:avLst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05288" y="5550408"/>
            <a:ext cx="923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Faster impact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305288" y="5916168"/>
            <a:ext cx="923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323576" y="6172200"/>
            <a:ext cx="88696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X-Factor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combines operations, governance, and AI in one workflow.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just a reporting tool; it combines operations, governance, and AI in one workflow.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has been taken from concept to a working, pilot-ready platform by a solo founder.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country does not only need more digital records. It needs actionable operational intelligence.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Doria different is the way it ties operational workflows to explainable intelligence and institutional accountability.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just a reporting tool; it combines operations, governance, and AI in one workflow.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Closing / Call to Action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transforms fragmented incident reporting into coordinated incident intelligence.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improves visibility, strengthens accountability, and supports faster and smarter response across institutions.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is pilot-ready, the AI layer is real, and the national need is urgent.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step is the opportunity to pilot Doria with public institutions and validate it in live operational environments.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improves visibility, strengthens accountability, and supports faster and smarter response across institutions.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Operational metrics that matter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performance and rollout metrics for presenting Doria's value.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89280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platform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8408" y="225856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operating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6696" y="2514600"/>
            <a:ext cx="1755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shared workspace for incidents, facilities, AI insights, and response coordination.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3240" y="178308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189280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sectors+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72968" y="225856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Cross-sector relevance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91256" y="2514600"/>
            <a:ext cx="1755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safety, administration, transport, utilities, and other resilience-focused environments.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57800" y="178308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7528" y="189280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core outputs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67528" y="225856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insight pack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85816" y="2514600"/>
            <a:ext cx="1755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Summary, risk level, top patterns, facility hotspots, and priority actions.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52360" y="178308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189280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62088" y="225856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0376" y="2514600"/>
            <a:ext cx="1755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Scoped visibility, ownership, and reviewable operational actions.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46920" y="1783080"/>
            <a:ext cx="1645920" cy="1143000"/>
          </a:xfrm>
          <a:prstGeom prst="roundRect">
            <a:avLst>
              <a:gd name="adj" fmla="val 4800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56648" y="189280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Pilot-ready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756648" y="2258568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status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74936" y="2514600"/>
            <a:ext cx="13898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platform ready for live institutional validation.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68680" y="3291840"/>
            <a:ext cx="10424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3272" y="3401568"/>
            <a:ext cx="10094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" y="3657600"/>
            <a:ext cx="10094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metrics for Doria are operational rather than vanity metrics: how fast a team can move from report to insight, how clearly ownership is assigned, and how quickly institutions can coordinate response.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97280" y="45262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07008" y="4636008"/>
            <a:ext cx="1929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1 workflow gap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07008" y="5001768"/>
            <a:ext cx="1929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Fragmentation reduced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25296" y="5257800"/>
            <a:ext cx="1892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is designed to collapse multiple disconnected steps into one operational path.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20440" y="4526280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0168" y="4636008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1 -&gt; many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630168" y="5001768"/>
            <a:ext cx="1746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 scaling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48456" y="5257800"/>
            <a:ext cx="1709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institution can manage multiple facilities, incidents, and response threads in one place.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60720" y="4526280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70448" y="4636008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End-to-end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870448" y="5001768"/>
            <a:ext cx="1746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88736" y="5257800"/>
            <a:ext cx="1709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update, follow-up, comment, and action is tied back to the operational record.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001000" y="4526280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10728" y="4636008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3-phase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110728" y="5001768"/>
            <a:ext cx="1746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roadmap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29016" y="5257800"/>
            <a:ext cx="1709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deployment, expanded coverage, then broader coordination and predictive intelligence.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351008" y="4636008"/>
            <a:ext cx="832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0351008" y="5001768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369296" y="525780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 | Metrics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7716A42E-1CA8-0B9F-BDD3-8B3971A4FDE1}"/>
              </a:ext>
            </a:extLst>
          </p:cNvPr>
          <p:cNvSpPr/>
          <p:nvPr/>
        </p:nvSpPr>
        <p:spPr>
          <a:xfrm>
            <a:off x="640080" y="3560618"/>
            <a:ext cx="11220519" cy="1267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Doria core data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simplified entity relationship view of the platform.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47672"/>
            <a:ext cx="10881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87452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1947672"/>
            <a:ext cx="13624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87452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F3E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947672"/>
            <a:ext cx="11795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87452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947672"/>
            <a:ext cx="11795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2440" y="114300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1216152"/>
            <a:ext cx="1088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2440" y="187452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5592" y="1947672"/>
            <a:ext cx="1088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92440" y="260604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5592" y="2679192"/>
            <a:ext cx="1088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84080" y="187452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1947672"/>
            <a:ext cx="1271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Access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00032" y="201168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325880" y="393192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99032" y="4005072"/>
            <a:ext cx="17739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 Chat Workspace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0" y="393192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30752" y="4005072"/>
            <a:ext cx="149961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15000" y="393192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88152" y="4005072"/>
            <a:ext cx="1636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Alerts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909560" y="39319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82712" y="4005072"/>
            <a:ext cx="16824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 Subscription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149840" y="393192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22992" y="4005072"/>
            <a:ext cx="11795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Usage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14400" y="507492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8992" y="5184648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Note:</a:t>
            </a:r>
          </a:p>
        </p:txBody>
      </p:sp>
      <p:sp>
        <p:nvSpPr>
          <p:cNvPr id="45" name="Text 43"/>
          <p:cNvSpPr/>
          <p:nvPr/>
        </p:nvSpPr>
        <p:spPr>
          <a:xfrm>
            <a:off x="1078992" y="5440680"/>
            <a:ext cx="9912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 is the governance anchor. Facilities and incidents drive operations. Updates, comments, activity, chat, alerts, and billing extend the operational core.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architecture | ERD view</a:t>
            </a:r>
            <a:endParaRPr lang="en-US" sz="1000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EA02CF1-2C52-B732-BF72-978ECA3017F2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057400" y="2194560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F7085BD-CCE8-F2D6-A00F-CB809819672F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3950208" y="2194560"/>
            <a:ext cx="6035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3981454-BA69-E256-DF77-6A161C3BB401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5733288" y="2194560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795CA3D-4970-B376-22F3-8BB3943E51B1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7589520" y="2194560"/>
            <a:ext cx="365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3615A66-0D2D-A884-5027-EE4B4E331905}"/>
              </a:ext>
            </a:extLst>
          </p:cNvPr>
          <p:cNvCxnSpPr>
            <a:cxnSpLocks/>
          </p:cNvCxnSpPr>
          <p:nvPr/>
        </p:nvCxnSpPr>
        <p:spPr>
          <a:xfrm flipH="1" flipV="1">
            <a:off x="7955280" y="1463040"/>
            <a:ext cx="27432" cy="1636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911EB7B-BBE4-8C6B-8D98-CE62FA08E7FE}"/>
              </a:ext>
            </a:extLst>
          </p:cNvPr>
          <p:cNvCxnSpPr>
            <a:endCxn id="14" idx="1"/>
          </p:cNvCxnSpPr>
          <p:nvPr/>
        </p:nvCxnSpPr>
        <p:spPr>
          <a:xfrm flipV="1">
            <a:off x="7955280" y="1426464"/>
            <a:ext cx="137160" cy="36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D73F8A4-9991-76DC-683C-F23885A674AD}"/>
              </a:ext>
            </a:extLst>
          </p:cNvPr>
          <p:cNvCxnSpPr/>
          <p:nvPr/>
        </p:nvCxnSpPr>
        <p:spPr>
          <a:xfrm>
            <a:off x="7955280" y="2194560"/>
            <a:ext cx="2103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DF93F32-4E1E-6520-E1B5-7608935CBDA4}"/>
              </a:ext>
            </a:extLst>
          </p:cNvPr>
          <p:cNvCxnSpPr/>
          <p:nvPr/>
        </p:nvCxnSpPr>
        <p:spPr>
          <a:xfrm>
            <a:off x="7982712" y="3099816"/>
            <a:ext cx="182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Doria operational 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information moves from reporting to coordinated action.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84832"/>
            <a:ext cx="149961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Report arrives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201168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2084832"/>
            <a:ext cx="159105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Incident captured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location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74920" y="201168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3E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2084832"/>
            <a:ext cx="168249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Facility and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 context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201168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88352" y="2084832"/>
            <a:ext cx="16367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AI insights and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09760" y="201168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2912" y="2084832"/>
            <a:ext cx="16367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Incident manager,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chat, follow-up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74904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3858768"/>
            <a:ext cx="1819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411480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or internal incident reporting enters the platform.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46120" y="3749039"/>
            <a:ext cx="2514600" cy="982981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3858768"/>
            <a:ext cx="2185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10712" y="411480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incident is tied to facilities, institutions, ownership, and geolocation.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0" y="374904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3858768"/>
            <a:ext cx="2185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08192" y="411480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summarizes risk, patterns, hotspots, and recommended actions.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641080" y="37490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05672" y="385876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05672" y="411480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coordinate, assign, follow up, and review accountable response.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516636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 -&gt; contextualize -&gt; analyze -&gt; coordinate -&gt; act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8720" y="55778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Doria operating loop: faster visibility, better ownership, and more coordinated institutional response.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architecture | Flow view</a:t>
            </a:r>
            <a:endParaRPr lang="en-US" sz="10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98D0E7-A288-2153-A322-54B06CB4BCF8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487168" y="2446020"/>
            <a:ext cx="4389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E61AB1F-2176-8B0A-0AFB-28F18AD043A9}"/>
              </a:ext>
            </a:extLst>
          </p:cNvPr>
          <p:cNvCxnSpPr>
            <a:stCxn id="8" idx="3"/>
          </p:cNvCxnSpPr>
          <p:nvPr/>
        </p:nvCxnSpPr>
        <p:spPr>
          <a:xfrm>
            <a:off x="4663440" y="2446020"/>
            <a:ext cx="411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D06B4B7-0AC4-5FA0-F237-83E06A223497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>
            <a:off x="6903720" y="2446020"/>
            <a:ext cx="4846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BBB8E0A-A7FE-48B3-A383-B605052DB002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9025128" y="2446020"/>
            <a:ext cx="4846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Pilot-ready and built for live institutional validation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layer is real. The platform is working. The next step is deployment.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669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improves visibility, accountability, and speed of response across institutions.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ready for pilot deployment with public institutions and operational environments.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 now is to validate Doria in live workflows and scale the impact.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4572000" cy="2103120"/>
          </a:xfrm>
          <a:prstGeom prst="roundRect">
            <a:avLst>
              <a:gd name="adj" fmla="val 3478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56832" y="1938528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to 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56832" y="2194560"/>
            <a:ext cx="424281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step is the opportunity to pilot Doria with public institutions and validate it in live operational environments.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 | Closing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27</TotalTime>
  <Words>1551</Words>
  <Application>Microsoft Office PowerPoint</Application>
  <PresentationFormat>Widescreen</PresentationFormat>
  <Paragraphs>206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Poppins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Doria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Doria Stage 3 Pitch</dc:title>
  <dc:subject>Doria Stage 3 Pitch</dc:subject>
  <dc:creator>OpenAI Codex</dc:creator>
  <cp:lastModifiedBy>Alex Kyalo</cp:lastModifiedBy>
  <cp:revision>2</cp:revision>
  <dcterms:created xsi:type="dcterms:W3CDTF">2026-03-29T21:45:32Z</dcterms:created>
  <dcterms:modified xsi:type="dcterms:W3CDTF">2026-03-29T22:13:58Z</dcterms:modified>
</cp:coreProperties>
</file>