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0:00-1:00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+ National 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an AI-powered incident intelligence platform for coordinated, data-driven response.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helps government institutions move from fragmented incident reporting to coordinated, data-driven response.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vision is a Kenya where institutions can detect, understand, and respond in real time through one unified operational intelligence layer.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not just digitizing reports; it is building intelligent incident coordination infrastructure for the nation.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afternoon distinguished judges. I am Alex Kyalo, founder of Doria. Today I present an AI-powered incident intelligence platform that helps institutions move from fragmented reporting to coordinated response.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helps government institutions move from fragmented incident reporting to coordinated, data-driven response.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1:00-3:00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Security Context / Strategic Gap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information is still fragmented across institutions, facilities, and teams.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fragmentation creates slow response, limited cross-agency visibility, and weak awareness of hotspots and repeat threats.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are often logged in isolated systems and followed up manually, so decision-makers see only fragments of the operational picture.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national security environment, fragmented incident response becomes a resilience gap.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facility may detect a threat, a field team may log an update, and another institution may also be affected. Without shared intelligence, response becomes delayed and reactive.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fragmentation creates slow response, limited cross-agency visibility, and weak awareness of hotspots and repeat threats.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3:00-4:30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Cross-Sectoral Resilience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strengthens multiple sectors at the same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safety, it improves incident capture and follow-up.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energy, utilities, transport, logistics, and administration, it improves visibility around threats, disruptions, and accountable workflows.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isolated operations, Doria creates a shared intelligence workflow built around facilities, incidents, and actionable AI insights.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cross-sector resilience by design, because one operational intelligence layer can support multiple institutional contexts.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safety, it improves incident capture and follow-up.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4:30-6:00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Sovereignty &amp;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built with sovereignty and institutional control in mind.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 can remain under government-controlled infrastructure.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supports controlled deployment for sensitive environments.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architecture is modular, maintainable, and designed for local ownership of data, workflows, and long-term evolution.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allows institutions to retain control over their data, workflows, and long-term operational evolution.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 can remain under government-controlled infrastructure.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6:00-9:00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operational scenario from incident capture to intelligence.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incident is reported with incident type, geolocation, institution context, and follow-up ownership.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applies AI to the operational dataset and returns a summary, risk level, top patterns, facility hotspots, follow-up gaps, and priority actions.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decision-maker can also select a geographic area and instantly analyze facilities and incidents inside that corridor.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update is tied to ownership. Every follow-up is traceable. Every insight is structured for review.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incident is reported with incident type, geolocation, institution context, and follow-up ownership.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9:00-11:00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 &amp; Speed to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built to scale in stages and integrate into existing workflows.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is pilot deployment with incident capture, follow-up workflows, and AI summaries in selected institutions or counties.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expands facility coverage and cross-agency visibility.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enables broader national coordination, stronger geospatial intelligence, and predictive operational alerts.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scale, Doria integrates into existing workflows rather than forcing institutions to replace everything at once.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is pilot deployment with incident capture, follow-up workflows, and AI summaries in selected institutions or counties.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11:00-12:30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Trust, Ethics &amp; Governance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Trust, accountability, and governance are built into the platform.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includes role-based access control, scoped visibility, audit trails, and structured operational ownership.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AI outputs are designed to be understandable and reviewable, not black-box decisions.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privacy-aware and built for institutional accountability.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operations, intelligence must be fast, secure, auditable, and governable.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includes role-based access control, scoped visibility, audit trails, and structured operational ownership.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12:30-13:30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 &amp; Operational ROI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Operationally, Doria reduces the cost of fragmented response.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shortens the time spent reconciling scattered reports.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allocation of attention and resources and helps institutions identify hotspots earlier.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increases accountability through visible follow-up ownership and traceable action history.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 of inaction is delay, duplication, and weak coordination. The benefit of Doria is faster triage, stronger visibility, and better institutional response.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shortens the time spent reconciling scattered reports.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13:30-14:30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X-Factor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combines operations, governance, and AI in one workflow.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just a reporting tool; it combines operations, governance, and AI in one workflow.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has been taken from concept to a working, pilot-ready platform by a solo founder.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country does not only need more digital records. It needs actionable operational intelligence.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Doria different is the way it ties operational workflows to explainable intelligence and institutional accountability.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just a reporting tool; it combines operations, governance, and AI in one workflow.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14:30-15:00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Closing / Call to 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transforms fragmented incident reporting into coordinated incident intelligence.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visibility, strengthens accountability, and supports faster and smarter response across institutions.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pilot-ready, the AI layer is real, and the national need is urgent.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the opportunity to pilot Doria with public institutions and validate it in live operational environments.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visibility, strengthens accountability, and supports faster and smarter response across institutions.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 core data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simplified entity relationship view of the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18872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19072"/>
            <a:ext cx="10424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64592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71907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64592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719072"/>
            <a:ext cx="11338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64592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1719072"/>
            <a:ext cx="11338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105156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112471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Update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78308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54112" y="1856232"/>
            <a:ext cx="996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251460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2587752"/>
            <a:ext cx="996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64040" y="1783080"/>
            <a:ext cx="1691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7192" y="1856232"/>
            <a:ext cx="15453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1783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1 -&gt; many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75888" y="1783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1 -&gt; many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1783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1 -&gt; many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96328" y="11887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1 -&gt; many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96328" y="19202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1 -&gt; many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96328" y="26517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1 -&gt; many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69680" y="192024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with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88720" y="379476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61872" y="386791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Workspace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46120" y="379476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3867912"/>
            <a:ext cx="14081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12080" y="379476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386791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Alert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0920" y="3794760"/>
            <a:ext cx="1783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34072" y="3867912"/>
            <a:ext cx="16367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Subscription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555480" y="379476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28632" y="386791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Usage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39319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by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26280" y="39319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55080" y="39319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98280" y="39319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724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relationships: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owns facilities and subscriptions.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Facilities anchor incidents.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branch into updates, comments, activity, alerts, and collaboration.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0" y="4846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extensions: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workspaces, emergency alerts, billing controls, and AI usage all connect back to institutional governance.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architecture | ERD 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 operational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information moves from reporting to coordinated 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01952"/>
            <a:ext cx="149961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internal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8288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901952"/>
            <a:ext cx="149961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capture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geolocation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901952"/>
            <a:ext cx="149961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 / institution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18288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1901952"/>
            <a:ext cx="149961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insights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area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18288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1901952"/>
            <a:ext cx="149961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manager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call center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61320" y="1828800"/>
            <a:ext cx="914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34472" y="1901952"/>
            <a:ext cx="7680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59152" y="212140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25112" y="212140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1072" y="212140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57032" y="212140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22992" y="212140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767328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" y="402336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shortens the path from raw data to understanding, ownership, and response.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3484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3767328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value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9432" y="402336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summarizes risk, surfaces patterns, identifies hotspots, and recommends priority actions for review.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11312" y="3767328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11312" y="402336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supports governance, traceability, and staged integration into existing workflows.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5257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core Doria story: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 -&gt; contextualize -&gt; analyze -&gt; coordinate -&gt; act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architecture | Flow view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Pilot-ready and built for live institutional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is real. The platform is working. The next step is deployment.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improves visibility, accountability, and speed of response across institutions.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ready for pilot deployment with public institutions and operational environments.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now is to validate Doria in live workflows and scale the impact.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938528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56832" y="2194560"/>
            <a:ext cx="424281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the opportunity to pilot Doria with public institutions and validate it in live operational environments.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 | Closing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Doria Stage 3 Pitch</dc:title>
  <dc:subject>Doria Stage 3 Pitch</dc:subject>
  <dc:creator>OpenAI Codex</dc:creator>
  <cp:lastModifiedBy>OpenAI Codex</cp:lastModifiedBy>
  <cp:revision>1</cp:revision>
  <dcterms:created xsi:type="dcterms:W3CDTF">2026-03-29T21:40:11Z</dcterms:created>
  <dcterms:modified xsi:type="dcterms:W3CDTF">2026-03-29T21:40:11Z</dcterms:modified>
</cp:coreProperties>
</file>