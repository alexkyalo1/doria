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We built Doria to unify incident reporting across government and apply AI to deliver fast, actionable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Police, KWS, pipeline, and others each see fragments. Decisions are delayed because data is not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Doria consolidates incidents across agencies and applies AI to surface what matters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Here is the workflow: create incident, update it, and instantly get AI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AI surfaces patterns leaders might miss and shows the evidence behind each insight.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This is not just a dashboard. It reduces response time and improves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Most tools are generic. Doria is designed for public sector needs: security, transparency,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We start with decision support, then scale to coordination and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[Speaker Notes]
We are ready for a pilot and real-world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Incident Intelligence for Government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reports to decisive action in minutes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Hackathon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Incidents are siloed across ministries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Slow triage and fragmented visibility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Leaders lack real-time, cross-agency intelligence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Centralized incident reporting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Facility context and role-based access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AI insights for trends, anomalies, hotspots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Snapshot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Incident intake and follow-ups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Facility-level filtering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AI Insights dashboard with KPIs and trends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AI Engine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Auto-summaries and risk scoring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Spike detection and anomaly alerts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Explainable drill-downs for transparency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Faster response across agencies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Smarter resource allocation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Shared situational awareness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Doria Wins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Built for government workflows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Facility-level accountability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Privacy-aware and auditable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v1: AI insights and dashboards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v2: Cross-agency coordination workflows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v3: Predictive risk alerts and geospatial modeling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Pilot with 2 to 3 ministries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Integrate live incident feeds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Co-design national standards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Doria Pitch Deck</dc:title>
  <dc:subject>AI Hackathon Pitch</dc:subject>
  <dc:creator>Doria Team</dc:creator>
  <cp:lastModifiedBy>Doria Team</cp:lastModifiedBy>
  <cp:revision>1</cp:revision>
  <dcterms:created xsi:type="dcterms:W3CDTF">2026-03-16T13:15:41Z</dcterms:created>
  <dcterms:modified xsi:type="dcterms:W3CDTF">2026-03-16T13:15:41Z</dcterms:modified>
</cp:coreProperties>
</file>